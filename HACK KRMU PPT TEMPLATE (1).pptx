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5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08725" y="369298"/>
            <a:ext cx="3596004" cy="56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96" y="2741587"/>
            <a:ext cx="208264" cy="20803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96" y="4254200"/>
            <a:ext cx="208264" cy="20803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96" y="5912986"/>
            <a:ext cx="208264" cy="20803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96" y="7322049"/>
            <a:ext cx="208264" cy="20803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4926" y="2452171"/>
            <a:ext cx="7448550" cy="719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725" y="369298"/>
            <a:ext cx="3596004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>
                <a:solidFill>
                  <a:srgbClr val="FFFFFF"/>
                </a:solidFill>
                <a:latin typeface="Trebuchet MS"/>
                <a:cs typeface="Trebuchet MS"/>
              </a:rPr>
              <a:t>HACK</a:t>
            </a:r>
            <a:r>
              <a:rPr sz="35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50" spc="355" dirty="0">
                <a:solidFill>
                  <a:srgbClr val="FFFFFF"/>
                </a:solidFill>
                <a:latin typeface="Trebuchet MS"/>
                <a:cs typeface="Trebuchet MS"/>
              </a:rPr>
              <a:t>KRMU</a:t>
            </a:r>
            <a:r>
              <a:rPr sz="35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50" spc="80" dirty="0">
                <a:solidFill>
                  <a:srgbClr val="FFFFFF"/>
                </a:solidFill>
                <a:latin typeface="Trebuchet MS"/>
                <a:cs typeface="Trebuchet MS"/>
              </a:rPr>
              <a:t>5.0</a:t>
            </a:r>
            <a:endParaRPr sz="355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87267" y="9481070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4926" y="2452170"/>
            <a:ext cx="14864674" cy="7130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6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Tech &amp; MedTech  PS5</a:t>
            </a:r>
            <a:endParaRPr spc="-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926" y="4076700"/>
            <a:ext cx="10425909" cy="48744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2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40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3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40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40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Eco Vision Belt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140"/>
              </a:spcBef>
            </a:pPr>
            <a:endParaRPr lang="en-IN" sz="4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4000" spc="3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4000" spc="-1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6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z="4000" spc="-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4000" spc="-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HK148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">
              <a:lnSpc>
                <a:spcPct val="100000"/>
              </a:lnSpc>
              <a:spcBef>
                <a:spcPts val="5400"/>
              </a:spcBef>
            </a:pPr>
            <a:r>
              <a:rPr sz="4000" spc="3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spc="3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3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sz="40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4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sz="4000" spc="-1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4000" spc="-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Bishnu Kumar (Team Leader)</a:t>
            </a:r>
          </a:p>
          <a:p>
            <a:pPr marL="24130">
              <a:lnSpc>
                <a:spcPct val="100000"/>
              </a:lnSpc>
              <a:spcBef>
                <a:spcPts val="5400"/>
              </a:spcBef>
            </a:pPr>
            <a:r>
              <a:rPr lang="en-US" sz="4000" spc="-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Anirudh Chauhan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86C1AEBB-864D-AEFE-8875-7D7FE468A978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4230532" y="938893"/>
            <a:ext cx="10591800" cy="9514250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4A455691-A62E-FFE2-44A1-8A1DDFF2B94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31574" y="216893"/>
            <a:ext cx="6965672" cy="8744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707" y="1804160"/>
            <a:ext cx="627456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459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556503" y="9493735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2850">
              <a:latin typeface="Trebuchet MS"/>
              <a:cs typeface="Trebuchet M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62297A91-8EF6-64E3-BC9D-70083EE09C97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3848100" y="235732"/>
            <a:ext cx="10591800" cy="951425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F5E68E04-D203-A666-B5E3-5BBDD8D82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121" y="2751201"/>
            <a:ext cx="820029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Visually impaired people struggle with independent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White cane detects only ground-level obstacles.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detect head or chest-level obstacles.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smart devices are expensive.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affordable, wearable, real-time obstacle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D139-7662-3C44-15E4-77204817E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77F9933-5BCA-01B5-0345-DFBB8C4557CC}"/>
              </a:ext>
            </a:extLst>
          </p:cNvPr>
          <p:cNvSpPr txBox="1"/>
          <p:nvPr/>
        </p:nvSpPr>
        <p:spPr>
          <a:xfrm>
            <a:off x="1258686" y="1581249"/>
            <a:ext cx="45796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27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spc="27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3C87E4E-A0F5-203B-0BC7-AAFCFA84D9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3B79824A-D560-1F6A-2304-05BF6889F2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FE291AF-59FC-B66D-7A4A-5D66033DEBBD}"/>
              </a:ext>
            </a:extLst>
          </p:cNvPr>
          <p:cNvSpPr txBox="1"/>
          <p:nvPr/>
        </p:nvSpPr>
        <p:spPr>
          <a:xfrm>
            <a:off x="17556503" y="9493735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2850">
              <a:latin typeface="Trebuchet MS"/>
              <a:cs typeface="Trebuchet MS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4FF5E04B-97E6-44A3-2B81-3422EDC7F842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3848100" y="254977"/>
            <a:ext cx="10591800" cy="951425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88C653F-9D9F-6BCD-55E6-68015C0FA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725" y="2551283"/>
            <a:ext cx="755427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belt with ultrasonic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obstacles in front, left, and right.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Gives voice alerts about distance and direction.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Hands-free and lightweight.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energy-efficient design.</a:t>
            </a: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87D34BA4-DCD7-4530-CDDB-BA52EB68AD4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7600" y="1943100"/>
            <a:ext cx="5937504" cy="481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725" y="1504118"/>
            <a:ext cx="5568190" cy="6001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spc="56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</a:t>
            </a:r>
            <a:r>
              <a:rPr lang="en-US" sz="3800" spc="56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800" spc="56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3800" spc="-8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00" spc="67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800" spc="-8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00" spc="60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513558" y="9514523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2850">
              <a:latin typeface="Trebuchet MS"/>
              <a:cs typeface="Trebuchet MS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5CF87D7A-0352-266A-4FB5-7B99C43E88E6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3848100" y="468678"/>
            <a:ext cx="10591800" cy="951425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38B387-F9A0-8691-0CAF-6B5EB8895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005" y="2304332"/>
            <a:ext cx="696323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sends ultrasonic waves.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Waves hit obstacle and return.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calculates distance.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object is near → trigger alert.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message tells direction and distance.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repeats continuously.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E69B93-3121-9581-DCBB-C12C6BCE3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600" y="1524633"/>
            <a:ext cx="3721273" cy="24988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59501A-1DB8-C892-346E-19D134A33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7046" y="4149268"/>
            <a:ext cx="3697827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3517" y="1204463"/>
            <a:ext cx="8697275" cy="5687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00" b="1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r>
              <a:rPr sz="3600" b="1" spc="-25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3600" b="1" spc="-1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548167" y="9688258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2850">
              <a:latin typeface="Trebuchet MS"/>
              <a:cs typeface="Trebuchet MS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5DE9B251-8BA3-E424-CCFB-D0FF7E758B08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4018004" y="633748"/>
            <a:ext cx="10591800" cy="9514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35966E-FCAC-84F8-A263-C0618527A19A}"/>
              </a:ext>
            </a:extLst>
          </p:cNvPr>
          <p:cNvSpPr txBox="1"/>
          <p:nvPr/>
        </p:nvSpPr>
        <p:spPr>
          <a:xfrm>
            <a:off x="1195754" y="1773207"/>
            <a:ext cx="1589649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(HC-SR04)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Nano / ESP32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Module (DF Player Mini)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Rechargeable Battery</a:t>
            </a:r>
          </a:p>
          <a:p>
            <a:pPr>
              <a:buNone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C/C++ (Arduino 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calculation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alert system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spc="-10" dirty="0">
                <a:solidFill>
                  <a:srgbClr val="1F7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placement on belt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power design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AD60D1-B29E-4996-F63D-3ED28F1A8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0629" y="2781300"/>
            <a:ext cx="4938703" cy="3781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473477"/>
            <a:ext cx="12210096" cy="59888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800" spc="295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</a:t>
            </a:r>
            <a:r>
              <a:rPr sz="3800" spc="-114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0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800" spc="-11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00" spc="345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sz="3800" spc="-11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00" spc="26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433619" y="9386934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2850">
              <a:latin typeface="Trebuchet MS"/>
              <a:cs typeface="Trebuchet MS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C695740-0F5E-05F6-FAE5-1904AE664A97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3429000" y="654095"/>
            <a:ext cx="10591800" cy="951425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B80D64A-B05D-1A83-5C82-41BDD5EBF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85" y="2606944"/>
            <a:ext cx="738162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Waist-mounted for better coverage.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mid-level and head-level obstacles.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Direction-based voice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Affordable compared to AI camera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upgrade with GPS or mobile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BDA0DD67-75AF-5196-7FE8-AD22F16DF5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62183" y="2639182"/>
            <a:ext cx="6193633" cy="39703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9031" y="1311120"/>
            <a:ext cx="9664669" cy="5982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42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sz="3800" spc="42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3800" spc="42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800" spc="42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3800" spc="42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ility</a:t>
            </a:r>
            <a:r>
              <a:rPr sz="3800" spc="-85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00" spc="-16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800" spc="-8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00" spc="45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3800" spc="45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800" spc="45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llen</a:t>
            </a:r>
            <a:r>
              <a:rPr lang="en-US" sz="3800" spc="45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3800" spc="45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800" spc="45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246600" y="9438248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2850">
              <a:latin typeface="Trebuchet MS"/>
              <a:cs typeface="Trebuchet MS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9484353C-F12B-69C9-87A2-41C39EE218E6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3848100" y="635176"/>
            <a:ext cx="10591800" cy="9514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D122A1-05C1-ECE3-CE2A-025CBEA49549}"/>
              </a:ext>
            </a:extLst>
          </p:cNvPr>
          <p:cNvSpPr txBox="1"/>
          <p:nvPr/>
        </p:nvSpPr>
        <p:spPr>
          <a:xfrm>
            <a:off x="889031" y="2217968"/>
            <a:ext cx="107500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 components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build prototype.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consumption.</a:t>
            </a: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blind spots.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 surfaces may reduce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 or noise interference.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adaptation to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725" y="1259984"/>
            <a:ext cx="8158204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35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3800" spc="350" dirty="0">
                <a:solidFill>
                  <a:srgbClr val="4482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Reference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7246600" y="9464520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2850">
              <a:latin typeface="Trebuchet MS"/>
              <a:cs typeface="Trebuchet MS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9F040540-9C1B-5C4D-C3A6-CEE49AF2CF1F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3848100" y="615995"/>
            <a:ext cx="10591800" cy="951425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77A8359-23C7-B6BE-05B1-3E9CD664F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725" y="2178675"/>
            <a:ext cx="776808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– Data on visual impairment.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– Research on ultrasonic assistive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– Microcontroller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Espress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 Systems – ESP32 technical reference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372EB-5801-3A18-21F1-417CBC91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555933-1A21-9C01-424B-500EDC515BC2}"/>
              </a:ext>
            </a:extLst>
          </p:cNvPr>
          <p:cNvSpPr txBox="1"/>
          <p:nvPr/>
        </p:nvSpPr>
        <p:spPr>
          <a:xfrm>
            <a:off x="1828800" y="2705100"/>
            <a:ext cx="16317275" cy="3690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39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23900" dirty="0">
              <a:solidFill>
                <a:schemeClr val="accent1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FF1CE73-9FC5-4313-0B67-0D80D8397D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18" y="134693"/>
            <a:ext cx="1104899" cy="110489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BC43948-70AA-550E-2A9A-727FB0F82F6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40" dirty="0"/>
              <a:t>HACK</a:t>
            </a:r>
            <a:r>
              <a:rPr sz="3550" spc="-95" dirty="0"/>
              <a:t> </a:t>
            </a:r>
            <a:r>
              <a:rPr sz="3550" spc="355" dirty="0"/>
              <a:t>KRMU</a:t>
            </a:r>
            <a:r>
              <a:rPr sz="3550" spc="-90" dirty="0"/>
              <a:t> </a:t>
            </a:r>
            <a:r>
              <a:rPr sz="3550" spc="80" dirty="0"/>
              <a:t>5.0</a:t>
            </a:r>
            <a:endParaRPr sz="355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8B8FAC4-4657-C4ED-4E04-ECA6063EAA62}"/>
              </a:ext>
            </a:extLst>
          </p:cNvPr>
          <p:cNvSpPr txBox="1"/>
          <p:nvPr/>
        </p:nvSpPr>
        <p:spPr>
          <a:xfrm>
            <a:off x="17246600" y="9464520"/>
            <a:ext cx="43116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0"/>
              </a:lnSpc>
            </a:pPr>
            <a:r>
              <a:rPr sz="2850" spc="60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2850">
              <a:latin typeface="Trebuchet MS"/>
              <a:cs typeface="Trebuchet MS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8728C828-4559-93EE-B35F-AD1876BC61A9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3657600" y="804754"/>
            <a:ext cx="10591800" cy="951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7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351</Words>
  <Application>Microsoft Office PowerPoint</Application>
  <PresentationFormat>Custom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Trebuchet MS</vt:lpstr>
      <vt:lpstr>Office Theme</vt:lpstr>
      <vt:lpstr>Problem Statement ID : Health Tech &amp; MedTech  PS5</vt:lpstr>
      <vt:lpstr>HACK KRMU 5.0</vt:lpstr>
      <vt:lpstr>HACK KRMU 5.0</vt:lpstr>
      <vt:lpstr>HACK KRMU 5.0</vt:lpstr>
      <vt:lpstr>HACK KRMU 5.0</vt:lpstr>
      <vt:lpstr>HACK KRMU 5.0</vt:lpstr>
      <vt:lpstr>HACK KRMU 5.0</vt:lpstr>
      <vt:lpstr>HACK KRMU 5.0</vt:lpstr>
      <vt:lpstr>HACK KRMU 5.0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KRMU PPT TEMPLATE</dc:title>
  <dc:creator>Krish Aggarwal</dc:creator>
  <cp:keywords>DAHBqzsT4lM,BAGhmCu1ZoY,0</cp:keywords>
  <cp:lastModifiedBy>Anirudh Chauhan</cp:lastModifiedBy>
  <cp:revision>3</cp:revision>
  <dcterms:created xsi:type="dcterms:W3CDTF">2026-02-18T11:54:22Z</dcterms:created>
  <dcterms:modified xsi:type="dcterms:W3CDTF">2026-02-18T13:30:16Z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2026-02-18T00:00:00Z</vt:filetime>
  </property>
  <property fmtid="{D5CDD505-2E9C-101B-9397-08002B2CF9AE}" pid="5" name="Producer">
    <vt:lpwstr>Canva</vt:lpwstr>
  </property>
</Properties>
</file>